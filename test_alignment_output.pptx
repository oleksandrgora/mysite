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Locks noAdjustHandles="1" noChangeArrowheads="1" noChangeShapeType="1" noEditPoints="1" noGrp="1" noMove="1" noResize="1" noRot="1" noSelect="1"/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503228"/>
                </a:solidFill>
              </a:defRPr>
            </a:pPr>
            <a:r>
              <a:t>Дуже Довга Назва Презентації Яка Має Перевірити Чи Правильно Працює Автоматичне Зменшення Розміру Шрифту та Вирівнювання По Центру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solidFill>
                  <a:srgbClr val="503228"/>
                </a:solidFill>
              </a:defRPr>
            </a:pPr>
            <a:r>
              <a:t>Назва дисципліни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>
                <a:solidFill>
                  <a:srgbClr val="503228"/>
                </a:solidFill>
              </a:defRPr>
            </a:pPr>
            <a:r>
              <a:t>Виконав студент групи 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2120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>
                <a:solidFill>
                  <a:srgbClr val="503228"/>
                </a:solidFill>
              </a:defRPr>
            </a:pPr>
            <a:r>
              <a:t>Перевірив 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>
                <a:solidFill>
                  <a:srgbClr val="503228"/>
                </a:solidFill>
              </a:defRPr>
            </a:pPr>
            <a:r>
              <a:t>Київ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0FCFF"/>
              </a:gs>
              <a:gs pos="100000">
                <a:srgbClr val="EBFAFC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Locks noAdjustHandles="1" noChangeArrowheads="1" noChangeShapeType="1" noEditPoints="1" noGrp="1" noMove="1" noResize="1" noRot="1" noSelect="1"/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503228"/>
                </a:solidFill>
              </a:defRPr>
            </a:pPr>
            <a:r>
              <a:t>Дуже Довга Назва Презентації Яка Має Перевірити Чи Правильно Працює Автоматичне Зменшення Розміру Шрифту та Вирівнювання По Центру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503228"/>
                </a:solidFill>
              </a:defRPr>
            </a:pPr>
            <a:r>
              <a:t>Це тестовий текст для перевірки роботи функціональності автоматичного розширення текстових полів та вирівнювання по центру.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828800"/>
            <a:ext cx="4023360" cy="4572000"/>
          </a:xfrm>
          <a:prstGeom prst="rect">
            <a:avLst/>
          </a:prstGeom>
          <a:solidFill>
            <a:srgbClr val="DCDCDC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i="1">
                <a:solidFill>
                  <a:srgbClr val="787878"/>
                </a:solidFill>
              </a:defRPr>
            </a:pPr>
            <a:r>
              <a:t>🖼 Тестове зображення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0FCFF"/>
              </a:gs>
              <a:gs pos="100000">
                <a:srgbClr val="EBFAFC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Locks noAdjustHandles="1" noChangeArrowheads="1" noChangeShapeType="1" noEditPoints="1" noGrp="1" noMove="1" noResize="1" noRot="1" noSelect="1"/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503228"/>
                </a:solidFill>
              </a:defRPr>
            </a:pPr>
            <a:r>
              <a:t>Ще Один Дуже Довгий Заголовок Слайду Для Перевірки Автоматичної Підгонки Розміру Тексту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503228"/>
                </a:solidFill>
              </a:defRPr>
            </a:pPr>
            <a:r>
              <a:t>Тут ми перевіряємо чи правильно працює автоматичне зменшення розміру шрифту для довгих заголовків на звичайних слайдах презентації.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4023360" cy="4572000"/>
          </a:xfrm>
          <a:prstGeom prst="rect">
            <a:avLst/>
          </a:prstGeom>
          <a:solidFill>
            <a:srgbClr val="DCDCDC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i="1">
                <a:solidFill>
                  <a:srgbClr val="787878"/>
                </a:solidFill>
              </a:defRPr>
            </a:pPr>
            <a:r>
              <a:t>🖼 Ще одне тестове зображення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0FCFF"/>
              </a:gs>
              <a:gs pos="100000">
                <a:srgbClr val="EBFAFC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Locks noAdjustHandles="1" noChangeArrowheads="1" noChangeShapeType="1" noEditPoints="1" noGrp="1" noMove="1" noResize="1" noRot="1" noSelect="1"/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503228"/>
                </a:solidFill>
              </a:defRPr>
            </a:pPr>
            <a:r>
              <a:t>Короткий заголовок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503228"/>
                </a:solidFill>
              </a:defRPr>
            </a:pPr>
            <a:r>
              <a:t>Це звичайний текст нормальної довжини для перевірки базової функціональності.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828800"/>
            <a:ext cx="4023360" cy="4572000"/>
          </a:xfrm>
          <a:prstGeom prst="rect">
            <a:avLst/>
          </a:prstGeom>
          <a:solidFill>
            <a:srgbClr val="DCDCDC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i="1">
                <a:solidFill>
                  <a:srgbClr val="787878"/>
                </a:solidFill>
              </a:defRPr>
            </a:pPr>
            <a:r>
              <a:t>🖼 Просте зображення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